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058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005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 Loops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Loop </a:t>
            </a:r>
            <a:pPr indent="0" marL="0">
              <a:buNone/>
            </a:pPr>
            <a:r>
              <a:rPr lang="en-US" sz="4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what happens inside and after a loop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learn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83080"/>
            <a:ext cx="731520" cy="7315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pass keyword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do-nothing statement that keeps loop bodies valid, and how it differs from continue and break.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83480" y="1783080"/>
            <a:ext cx="731520" cy="7315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else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32004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else block attached to for and while loops that runs only when the loop ends without break.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pass keyword in loops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placeholder that tells Python: "do nothing here"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pass?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is a null statement: it does nothing.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requires every loop body to contain at least one statement. When you don't want anything to happen yet, write pass to keep the syntax valid.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2004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pass is like a "reserved" sign on a table. The seat is taken so nobody complains, but no one is sitting there yet.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0" y="137160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66360" y="14630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placeholder,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logic comes later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880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runs 5 times and does nothing each time.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pass?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pass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28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I'll write this later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953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209544"/>
            <a:ext cx="3657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IndentationError: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an indented block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5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pass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828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will add logic later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88036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E8F1E9"/>
          </a:solidFill>
          <a:ln w="12700">
            <a:solidFill>
              <a:srgbClr val="E8F1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2953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209544"/>
            <a:ext cx="3657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5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without error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loop body is a syntax error. pass fills the gap.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1: pass as a placeholder in a for loop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937760" cy="2011680"/>
          </a:xfrm>
          <a:prstGeom prst="roundRect">
            <a:avLst>
              <a:gd name="adj" fmla="val 3636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"Asha"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"Ravi"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"Meera"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send result email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"Program finished"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13716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E8F1E9"/>
          </a:solidFill>
          <a:ln w="12700">
            <a:solidFill>
              <a:srgbClr val="E8F1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444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70078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5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 finished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251460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25146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runs 3 times but does nothing in each iteration.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you plan the structure of a program first and fill in the logic later.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pass in a while loop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937760" cy="2011680"/>
          </a:xfrm>
          <a:prstGeom prst="roundRect">
            <a:avLst>
              <a:gd name="adj" fmla="val 3636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logic to be added later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"Count is"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13716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E8F1E9"/>
          </a:solidFill>
          <a:ln w="12700">
            <a:solidFill>
              <a:srgbClr val="E8F1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444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70078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5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is 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251460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25146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works the same way in while loops as in for loops.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3: pass inside an if in a loop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572000" cy="1463040"/>
          </a:xfrm>
          <a:prstGeom prst="roundRect">
            <a:avLst>
              <a:gd name="adj" fmla="val 5000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nothing special for 3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0" y="1371600"/>
            <a:ext cx="1463040" cy="2103120"/>
          </a:xfrm>
          <a:prstGeom prst="roundRect">
            <a:avLst>
              <a:gd name="adj" fmla="val 5000"/>
            </a:avLst>
          </a:prstGeom>
          <a:solidFill>
            <a:srgbClr val="E8F1E9"/>
          </a:solidFill>
          <a:ln w="12700">
            <a:solidFill>
              <a:srgbClr val="E8F1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40680" y="14447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40680" y="1700784"/>
            <a:ext cx="11887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5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5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5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5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5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0632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3 is still printed!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does not skip anything. Execution simply continues to the next line.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vs continue vs break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pass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2880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E8F1E9"/>
          </a:solidFill>
          <a:ln w="12700">
            <a:solidFill>
              <a:srgbClr val="E8F1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27355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529584"/>
            <a:ext cx="2331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5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1 2 3 4 5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3552" y="1325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continue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73552" y="17373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10712" y="182880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73552" y="320040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E8F1E9"/>
          </a:solidFill>
          <a:ln w="12700">
            <a:solidFill>
              <a:srgbClr val="E8F1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10712" y="327355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410712" y="3529584"/>
            <a:ext cx="2331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5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1 2 4 5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089904" y="1325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break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089904" y="17373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27064" y="182880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9904" y="320040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E8F1E9"/>
          </a:solidFill>
          <a:ln w="12700">
            <a:solidFill>
              <a:srgbClr val="E8F1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27064" y="327355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27064" y="3529584"/>
            <a:ext cx="2331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5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program, one keyword changed, three different results.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comparison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0699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pass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nothing; execution continues with the next line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0699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continue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Skips the rest of this iteration and goes to the next 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0699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break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Exits the loop completely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thinking pass skips the iteration. That is what continue does.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else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that runs when a loop finishes without break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loop else?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and while loops can have an else block.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7452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runs only if the loop finishes normally, without hitting break.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2918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trick: read else as "no break".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is aligned with for/while, not with an if inside the loop.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325880"/>
            <a:ext cx="3657600" cy="3063240"/>
          </a:xfrm>
          <a:prstGeom prst="roundRect">
            <a:avLst>
              <a:gd name="adj" fmla="val 2388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66360" y="1417320"/>
            <a:ext cx="33832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loop body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runs if loop was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 broken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loop body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runs if loop was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 broken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finish vs break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1: Loop completes normally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7373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"Loop completed"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E8F1E9"/>
          </a:solidFill>
          <a:ln w="12700">
            <a:solidFill>
              <a:srgbClr val="E8F1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319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575304"/>
            <a:ext cx="36576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5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5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5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5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completed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Loop stopped by break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0" y="16459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7373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"Loop completed"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24612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E8F1E9"/>
          </a:solidFill>
          <a:ln w="12700">
            <a:solidFill>
              <a:srgbClr val="E8F1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3319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5753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5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5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4069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skipped because break ran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3: Checking if a number is prime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173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7C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 not a prime number"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 a prime number"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32588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E8F1E9"/>
          </a:solidFill>
          <a:ln w="12700">
            <a:solidFill>
              <a:srgbClr val="E8F1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89320" y="13990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655064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5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is a prime number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242316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2423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divisor found, so no break, so else runs.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else removes the need for an extra flag variable like is_prime = True.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371600" cy="1280160"/>
          </a:xfrm>
          <a:prstGeom prst="roundRect">
            <a:avLst>
              <a:gd name="adj" fmla="val 7143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46304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do-nothing statement used in a loop body when Python needs a statement but you don't want any action. It does not skip or stop the loop.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371600" cy="1280160"/>
          </a:xfrm>
          <a:prstGeom prst="roundRect">
            <a:avLst>
              <a:gd name="adj" fmla="val 7143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0175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301752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a for or while loop only if the loop ended without break. Ideal for checks like prime numbers: break when a divisor is found, else when none is.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 in Loops and Loop else</dc:title>
  <dc:subject>PptxGenJS Presentation</dc:subject>
  <dc:creator>PptxGenJS</dc:creator>
  <cp:lastModifiedBy>PptxGenJS</cp:lastModifiedBy>
  <cp:revision>1</cp:revision>
  <dcterms:created xsi:type="dcterms:W3CDTF">2026-09-23T13:05:11Z</dcterms:created>
  <dcterms:modified xsi:type="dcterms:W3CDTF">2026-09-23T13:05:11Z</dcterms:modified>
</cp:coreProperties>
</file>